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57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2BCAD"/>
          </a:solidFill>
          <a:ln w="12700">
            <a:solidFill>
              <a:srgbClr val="32B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1480" y="2377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Security Works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3246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 CLOSET  •  Access Control &amp; Firebase Security Rules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72200" y="502920"/>
            <a:ext cx="2743200" cy="10058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731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037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1874520"/>
            <a:ext cx="2743200" cy="1005840"/>
          </a:xfrm>
          <a:prstGeom prst="rect">
            <a:avLst/>
          </a:prstGeom>
          <a:solidFill>
            <a:srgbClr val="32BCAD"/>
          </a:solidFill>
          <a:ln w="12700">
            <a:solidFill>
              <a:srgbClr val="32BC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03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903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login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3246120"/>
            <a:ext cx="2743200" cy="1005840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747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037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</a:t>
            </a:r>
            <a:endParaRPr lang="en-US" sz="1100" dirty="0"/>
          </a:p>
        </p:txBody>
      </p:sp>
      <p:pic>
        <p:nvPicPr>
          <p:cNvPr id="23" name="Picture 22" descr="A blue and green logo&#10;&#10;Description automatically generated">
            <a:extLst>
              <a:ext uri="{FF2B5EF4-FFF2-40B4-BE49-F238E27FC236}">
                <a16:creationId xmlns:a16="http://schemas.microsoft.com/office/drawing/2014/main" id="{83D77945-964A-8935-659C-851736B26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87" y="0"/>
            <a:ext cx="1237731" cy="1234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SECURITY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layers must pass for any action to succeed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776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Firebase Auth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you?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must sign in. Firebase Auth issues a token that identifies their role — student, staff, or admin. The frontend uses this token to show the correct view.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282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 —  Anonymous session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593592"/>
            <a:ext cx="3657600" cy="292608"/>
          </a:xfrm>
          <a:prstGeom prst="rect">
            <a:avLst/>
          </a:prstGeom>
          <a:solidFill>
            <a:srgbClr val="32BCAD"/>
          </a:solidFill>
          <a:ln w="12700">
            <a:solidFill>
              <a:srgbClr val="32B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630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 —  Email + school_id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41064"/>
            <a:ext cx="3657600" cy="292608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3977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 —  Uth HQ email only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3288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754880" y="123444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1234440"/>
            <a:ext cx="3977640" cy="502920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9844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21808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Firestore Rules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920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you touch?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9204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someone bypasses the frontend entirely, the database itself will reject any unauthorised request. Rules run server-side — they cannot be overridden from the app.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92040" y="3246120"/>
            <a:ext cx="3657600" cy="292608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983480" y="3282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database level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92040" y="3593592"/>
            <a:ext cx="3657600" cy="292608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983480" y="3630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server-side — UI cannot override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92040" y="3941064"/>
            <a:ext cx="3657600" cy="292608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983480" y="3977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Per-collection, per-role permissions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32B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4864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only shows what each role is allowed to see — but the database rules are what actually enforce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USER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sees a completely different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2651760" cy="3749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651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685800" cy="685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07592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80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71600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access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029968"/>
            <a:ext cx="2286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 only — browse &amp; pre-order items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788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required. Orders use random IDs. No name stored.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RULES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1188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50392" y="36118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see other students' orders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0448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" y="39044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see inventory or staff tools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9709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392" y="41970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data stored — likely outside FERPA scope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23260" y="1115568"/>
            <a:ext cx="2651760" cy="3749040"/>
          </a:xfrm>
          <a:prstGeom prst="rect">
            <a:avLst/>
          </a:prstGeom>
          <a:solidFill>
            <a:srgbClr val="32BCAD"/>
          </a:solidFill>
          <a:ln w="12700">
            <a:solidFill>
              <a:srgbClr val="32BCA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223260" y="1115568"/>
            <a:ext cx="2651760" cy="54864"/>
          </a:xfrm>
          <a:prstGeom prst="rect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06140" y="1234440"/>
            <a:ext cx="685800" cy="685800"/>
          </a:xfrm>
          <a:prstGeom prst="ellipse">
            <a:avLst/>
          </a:prstGeom>
          <a:solidFill>
            <a:srgbClr val="1A8F84"/>
          </a:solidFill>
          <a:ln w="12700">
            <a:solidFill>
              <a:srgbClr val="1A8F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292" y="1307592"/>
            <a:ext cx="530352" cy="5303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83380" y="1280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183380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credentials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406140" y="2029968"/>
            <a:ext cx="2286000" cy="0"/>
          </a:xfrm>
          <a:prstGeom prst="line">
            <a:avLst/>
          </a:prstGeom>
          <a:noFill/>
          <a:ln w="12700">
            <a:solidFill>
              <a:srgbClr val="1A8F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3406140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340614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Dashboard — manage orders &amp; inventory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406140" y="2788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34061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only see their own school's data.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40614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RULES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361188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662172" y="36118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read and write inventory + activity log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3904488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662172" y="39044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fulfill student orders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4197096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662172" y="41970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see other schools' data</a:t>
            </a:r>
            <a:endParaRPr lang="en-US" sz="10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4489704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662172" y="448970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delete records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6035040" y="1115568"/>
            <a:ext cx="2651760" cy="3749040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2"/>
          <p:cNvSpPr/>
          <p:nvPr/>
        </p:nvSpPr>
        <p:spPr>
          <a:xfrm>
            <a:off x="6035040" y="1115568"/>
            <a:ext cx="2651760" cy="54864"/>
          </a:xfrm>
          <a:prstGeom prst="rect">
            <a:avLst/>
          </a:prstGeom>
          <a:solidFill>
            <a:srgbClr val="4A2356"/>
          </a:solidFill>
          <a:ln w="12700">
            <a:solidFill>
              <a:srgbClr val="4A2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3"/>
          <p:cNvSpPr/>
          <p:nvPr/>
        </p:nvSpPr>
        <p:spPr>
          <a:xfrm>
            <a:off x="6217920" y="1234440"/>
            <a:ext cx="685800" cy="685800"/>
          </a:xfrm>
          <a:prstGeom prst="ellipse">
            <a:avLst/>
          </a:prstGeom>
          <a:solidFill>
            <a:srgbClr val="4A2356"/>
          </a:solidFill>
          <a:ln w="12700">
            <a:solidFill>
              <a:srgbClr val="4A2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307592"/>
            <a:ext cx="530352" cy="53035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995160" y="1280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</p:txBody>
      </p:sp>
      <p:sp>
        <p:nvSpPr>
          <p:cNvPr id="47" name="Text 35"/>
          <p:cNvSpPr/>
          <p:nvPr/>
        </p:nvSpPr>
        <p:spPr>
          <a:xfrm>
            <a:off x="6995160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Uth HQ only</a:t>
            </a:r>
            <a:endParaRPr lang="en-US" sz="1100" dirty="0"/>
          </a:p>
        </p:txBody>
      </p:sp>
      <p:sp>
        <p:nvSpPr>
          <p:cNvPr id="48" name="Shape 36"/>
          <p:cNvSpPr/>
          <p:nvPr/>
        </p:nvSpPr>
        <p:spPr>
          <a:xfrm>
            <a:off x="6217920" y="2029968"/>
            <a:ext cx="2286000" cy="0"/>
          </a:xfrm>
          <a:prstGeom prst="line">
            <a:avLst/>
          </a:prstGeom>
          <a:noFill/>
          <a:ln w="12700">
            <a:solidFill>
              <a:srgbClr val="4A2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7"/>
          <p:cNvSpPr/>
          <p:nvPr/>
        </p:nvSpPr>
        <p:spPr>
          <a:xfrm>
            <a:off x="6217920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621792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Reports — all schools, charts, exports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6217920" y="2788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62179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read/write/delete across all collections.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621792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RULES</a:t>
            </a:r>
            <a:endParaRPr lang="en-US" sz="900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11880"/>
            <a:ext cx="201168" cy="201168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6473952" y="36118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role that can delete records</a:t>
            </a:r>
            <a:endParaRPr lang="en-US" sz="1000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904488"/>
            <a:ext cx="201168" cy="20116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473952" y="39044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role that can change user roles</a:t>
            </a:r>
            <a:endParaRPr lang="en-US" sz="10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97096"/>
            <a:ext cx="201168" cy="201168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6473952" y="41970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all schools combined &amp; individually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SECURITY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 in the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554480" cy="34747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115568"/>
            <a:ext cx="1371600" cy="34747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84832" y="1170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115568"/>
            <a:ext cx="1371600" cy="34747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2152" y="1170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15568"/>
            <a:ext cx="1371600" cy="34747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170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115568"/>
            <a:ext cx="2468880" cy="34747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1508760"/>
            <a:ext cx="1554480" cy="566928"/>
          </a:xfrm>
          <a:prstGeom prst="rect">
            <a:avLst/>
          </a:prstGeom>
          <a:solidFill>
            <a:srgbClr val="E6EE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1645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150876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1005840" cy="256032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94560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50876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11880" y="1664208"/>
            <a:ext cx="1005840" cy="256032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0" y="1664208"/>
            <a:ext cx="1005840" cy="256032"/>
          </a:xfrm>
          <a:prstGeom prst="rect">
            <a:avLst/>
          </a:prstGeom>
          <a:solidFill>
            <a:srgbClr val="EEF8E0"/>
          </a:solidFill>
          <a:ln w="12700">
            <a:solidFill>
              <a:srgbClr val="EEF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50876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1618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change their own role field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2075688"/>
            <a:ext cx="1554480" cy="566928"/>
          </a:xfrm>
          <a:prstGeom prst="rect">
            <a:avLst/>
          </a:prstGeom>
          <a:solidFill>
            <a:srgbClr val="E6EE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22128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2075688"/>
            <a:ext cx="137160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94560" y="2231136"/>
            <a:ext cx="1005840" cy="256032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94560" y="2249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2075688"/>
            <a:ext cx="137160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11880" y="2231136"/>
            <a:ext cx="1005840" cy="256032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11880" y="2249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Read+Write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075688"/>
            <a:ext cx="137160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0" y="2231136"/>
            <a:ext cx="1005840" cy="256032"/>
          </a:xfrm>
          <a:prstGeom prst="rect">
            <a:avLst/>
          </a:prstGeom>
          <a:solidFill>
            <a:srgbClr val="EEF8E0"/>
          </a:solidFill>
          <a:ln w="12700">
            <a:solidFill>
              <a:srgbClr val="EEF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0" y="2249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2075688"/>
            <a:ext cx="246888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2185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create; staff fulfill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2642616"/>
            <a:ext cx="1554480" cy="566928"/>
          </a:xfrm>
          <a:prstGeom prst="rect">
            <a:avLst/>
          </a:prstGeom>
          <a:solidFill>
            <a:srgbClr val="E6EE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" y="27797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011680" y="264261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194560" y="2798064"/>
            <a:ext cx="100584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19456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29000" y="264261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611880" y="2798064"/>
            <a:ext cx="1005840" cy="256032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1188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Read+Write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64261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029200" y="2798064"/>
            <a:ext cx="1005840" cy="256032"/>
          </a:xfrm>
          <a:prstGeom prst="rect">
            <a:avLst/>
          </a:prstGeom>
          <a:solidFill>
            <a:srgbClr val="EEF8E0"/>
          </a:solidFill>
          <a:ln w="12700">
            <a:solidFill>
              <a:srgbClr val="EEF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2642616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55080" y="2752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cannot see stock levels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3209544"/>
            <a:ext cx="1554480" cy="566928"/>
          </a:xfrm>
          <a:prstGeom prst="rect">
            <a:avLst/>
          </a:prstGeom>
          <a:solidFill>
            <a:srgbClr val="E6EE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4632" y="33467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011680" y="3209544"/>
            <a:ext cx="137160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194560" y="3364992"/>
            <a:ext cx="100584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194560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29000" y="3209544"/>
            <a:ext cx="137160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611880" y="3364992"/>
            <a:ext cx="1005840" cy="256032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11880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Read+Write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46320" y="3209544"/>
            <a:ext cx="137160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029200" y="3364992"/>
            <a:ext cx="1005840" cy="256032"/>
          </a:xfrm>
          <a:prstGeom prst="rect">
            <a:avLst/>
          </a:prstGeom>
          <a:solidFill>
            <a:srgbClr val="EEF8E0"/>
          </a:solidFill>
          <a:ln w="12700">
            <a:solidFill>
              <a:srgbClr val="EEF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29200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63640" y="3209544"/>
            <a:ext cx="2468880" cy="5669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55080" y="3319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movement is logged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11480" y="3776472"/>
            <a:ext cx="1554480" cy="566928"/>
          </a:xfrm>
          <a:prstGeom prst="rect">
            <a:avLst/>
          </a:prstGeom>
          <a:solidFill>
            <a:srgbClr val="E6EE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84632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restock_requests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011680" y="377647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194560" y="3931920"/>
            <a:ext cx="100584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194560" y="3950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429000" y="377647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611880" y="3931920"/>
            <a:ext cx="1005840" cy="256032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11880" y="3950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Read+Write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846320" y="377647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029200" y="3931920"/>
            <a:ext cx="1005840" cy="256032"/>
          </a:xfrm>
          <a:prstGeom prst="rect">
            <a:avLst/>
          </a:prstGeom>
          <a:solidFill>
            <a:srgbClr val="EEF8E0"/>
          </a:solidFill>
          <a:ln w="12700">
            <a:solidFill>
              <a:srgbClr val="EEF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029200" y="3950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263640" y="3776472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35508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request, admin fulfils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11480" y="4736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005840" y="4754880"/>
            <a:ext cx="1325880" cy="201168"/>
          </a:xfrm>
          <a:prstGeom prst="rect">
            <a:avLst/>
          </a:prstGeom>
          <a:solidFill>
            <a:srgbClr val="FFF8EE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051560" y="4773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only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423160" y="4754880"/>
            <a:ext cx="132588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468880" y="4773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840480" y="4754880"/>
            <a:ext cx="132588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886200" y="4773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Read+Write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257800" y="4754880"/>
            <a:ext cx="1325880" cy="201168"/>
          </a:xfrm>
          <a:prstGeom prst="rect">
            <a:avLst/>
          </a:prstGeom>
          <a:solidFill>
            <a:srgbClr val="EEF8E0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303520" y="4773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675120" y="4754880"/>
            <a:ext cx="132588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720840" y="4773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No access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SECURITY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rules actually prevent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73152" cy="1664208"/>
          </a:xfrm>
          <a:prstGeom prst="rect">
            <a:avLst/>
          </a:prstGeom>
          <a:solidFill>
            <a:srgbClr val="D0006F"/>
          </a:solidFill>
          <a:ln w="12700">
            <a:solidFill>
              <a:srgbClr val="D000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" y="1234440"/>
            <a:ext cx="438912" cy="438912"/>
          </a:xfrm>
          <a:prstGeom prst="ellipse">
            <a:avLst/>
          </a:prstGeom>
          <a:solidFill>
            <a:srgbClr val="D0006F"/>
          </a:solidFill>
          <a:ln w="12700">
            <a:solidFill>
              <a:srgbClr val="D000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7101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field is locked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cannot promote their own account. The rules explicitly block any user writing to their own role field. Only an admin can change roles.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105156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18688" y="1051560"/>
            <a:ext cx="73152" cy="1664208"/>
          </a:xfrm>
          <a:prstGeom prst="rect">
            <a:avLst/>
          </a:prstGeom>
          <a:solidFill>
            <a:srgbClr val="32BCAD"/>
          </a:solidFill>
          <a:ln w="12700">
            <a:solidFill>
              <a:srgbClr val="32B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83280" y="1234440"/>
            <a:ext cx="438912" cy="438912"/>
          </a:xfrm>
          <a:prstGeom prst="ellipse">
            <a:avLst/>
          </a:prstGeom>
          <a:solidFill>
            <a:srgbClr val="32BCAD"/>
          </a:solidFill>
          <a:ln w="12700">
            <a:solidFill>
              <a:srgbClr val="32B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27101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1207008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are anonymous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use random IDs like #1041. No names or school IDs are stored. The app is likely outside FERPA scope.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896" y="105156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25896" y="1051560"/>
            <a:ext cx="73152" cy="1664208"/>
          </a:xfrm>
          <a:prstGeom prst="rect">
            <a:avLst/>
          </a:prstGeom>
          <a:solidFill>
            <a:srgbClr val="FF9E1B"/>
          </a:solidFill>
          <a:ln w="12700">
            <a:solidFill>
              <a:srgbClr val="FF9E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90488" y="1234440"/>
            <a:ext cx="438912" cy="438912"/>
          </a:xfrm>
          <a:prstGeom prst="ellipse">
            <a:avLst/>
          </a:prstGeom>
          <a:solidFill>
            <a:srgbClr val="FF9E1B"/>
          </a:solidFill>
          <a:ln w="12700">
            <a:solidFill>
              <a:srgbClr val="FF9E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27101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11696" y="1207008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see only their school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90488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school_id on every record is matched at database level. A query from School A is rejected for School B's data.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11480" y="283464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11480" y="2834640"/>
            <a:ext cx="73152" cy="1664208"/>
          </a:xfrm>
          <a:prstGeom prst="rect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6072" y="3017520"/>
            <a:ext cx="438912" cy="438912"/>
          </a:xfrm>
          <a:prstGeom prst="ellipse">
            <a:avLst/>
          </a:prstGeom>
          <a:solidFill>
            <a:srgbClr val="642F6C"/>
          </a:solidFill>
          <a:ln w="12700">
            <a:solidFill>
              <a:srgbClr val="642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05409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2990088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required for everything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76072" y="3520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collection requires request.auth != null. There is zero public read path — not even inventory is publicly visible.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18688" y="283464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18688" y="2834640"/>
            <a:ext cx="73152" cy="1664208"/>
          </a:xfrm>
          <a:prstGeom prst="rect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383280" y="3017520"/>
            <a:ext cx="438912" cy="438912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054096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04488" y="2990088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are admin-only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83280" y="3520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 read and write but cannot permanently delete anything. Only an admin account can delete from any collection.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25896" y="283464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025896" y="2834640"/>
            <a:ext cx="73152" cy="166420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190488" y="3017520"/>
            <a:ext cx="438912" cy="438912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054096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11696" y="2990088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cancel own orders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190488" y="3520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can delete their order — but only while status is still 'pending'. Once staff begin fulfilling, the student loses that 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868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B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SOMEONE TRIES TO BYPASS IT?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37401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is: the database says no.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64008" cy="594360"/>
          </a:xfrm>
          <a:prstGeom prst="rect">
            <a:avLst/>
          </a:prstGeom>
          <a:solidFill>
            <a:srgbClr val="D0006F"/>
          </a:solidFill>
          <a:ln w="12700">
            <a:solidFill>
              <a:srgbClr val="D000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0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tries to view inventory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435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rule rejects the query — students have no read access to the inventory collection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773936"/>
            <a:ext cx="83210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773936"/>
            <a:ext cx="64008" cy="594360"/>
          </a:xfrm>
          <a:prstGeom prst="rect">
            <a:avLst/>
          </a:prstGeom>
          <a:solidFill>
            <a:srgbClr val="D0006F"/>
          </a:solidFill>
          <a:ln w="12700">
            <a:solidFill>
              <a:srgbClr val="D000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85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tries to change their role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32688" y="209397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block writes to the role field by the account owner. Request is rejected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2432304"/>
            <a:ext cx="83210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11480" y="2432304"/>
            <a:ext cx="64008" cy="594360"/>
          </a:xfrm>
          <a:prstGeom prst="rect">
            <a:avLst/>
          </a:prstGeom>
          <a:solidFill>
            <a:srgbClr val="D0006F"/>
          </a:solidFill>
          <a:ln w="12700">
            <a:solidFill>
              <a:srgbClr val="D000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968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from School A queries School B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32688" y="275234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school_id is matched server-side. The query returns nothing and logs an access error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" y="3090672"/>
            <a:ext cx="83210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11480" y="3090672"/>
            <a:ext cx="64008" cy="594360"/>
          </a:xfrm>
          <a:prstGeom prst="rect">
            <a:avLst/>
          </a:prstGeom>
          <a:solidFill>
            <a:srgbClr val="D0006F"/>
          </a:solidFill>
          <a:ln w="12700">
            <a:solidFill>
              <a:srgbClr val="D000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552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uses browser dev tools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32688" y="341071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Firebase SDK still uses the same auth token. Rules fire on every request regardless of client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11480" y="3749040"/>
            <a:ext cx="83210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11480" y="3749040"/>
            <a:ext cx="64008" cy="594360"/>
          </a:xfrm>
          <a:prstGeom prst="rect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136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needs to update a role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32688" y="40690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Admin's token includes the admin role claim. The rule allows it. Action succeeds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11480" y="4407408"/>
            <a:ext cx="83210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11480" y="4407408"/>
            <a:ext cx="64008" cy="594360"/>
          </a:xfrm>
          <a:prstGeom prst="rect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720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" y="4462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logs an item out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932688" y="47274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token includes school_id. Rule matches. Write succeeds and inventory decrements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7D51B-8B80-9E49-B102-4DBDAC2DB32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5787fe1-9f1f-488e-a0de-4b61c5148a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743</Words>
  <Application>Microsoft Macintosh PowerPoint</Application>
  <PresentationFormat>On-screen Show (16:9)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Uth Closet — Security Architecture</dc:title>
  <dc:subject>PptxGenJS Presentation</dc:subject>
  <dc:creator>PptxGenJS</dc:creator>
  <cp:lastModifiedBy>jamie gazzola</cp:lastModifiedBy>
  <cp:revision>2</cp:revision>
  <dcterms:created xsi:type="dcterms:W3CDTF">2026-05-19T17:10:10Z</dcterms:created>
  <dcterms:modified xsi:type="dcterms:W3CDTF">2026-05-19T17:19:46Z</dcterms:modified>
</cp:coreProperties>
</file>